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946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1325880"/>
            <a:ext cx="854964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C3667"/>
                </a:solidFill>
                <a:latin typeface="Aptos Display"/>
              </a:defRPr>
            </a:pPr>
            <a:r>
              <a:t>Student Performance Prediction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97480"/>
            <a:ext cx="6309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195BA0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1292" y="3429000"/>
            <a:ext cx="2744662" cy="9925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5BA0"/>
                </a:solidFill>
                <a:latin typeface="Aptos"/>
              </a:defRPr>
            </a:pPr>
            <a:r>
              <a:rPr dirty="0"/>
              <a:t>Submitted by:</a:t>
            </a:r>
            <a:endParaRPr dirty="0"/>
          </a:p>
          <a:p>
            <a:pPr>
              <a:spcAft>
                <a:spcPts val="3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dirty="0"/>
              <a:t>2520030563 - </a:t>
            </a:r>
            <a:r>
              <a:rPr dirty="0"/>
              <a:t>Siri Manasa</a:t>
            </a:r>
            <a:endParaRPr lang="en-US" dirty="0"/>
          </a:p>
          <a:p>
            <a:pPr>
              <a:spcAft>
                <a:spcPts val="3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dirty="0"/>
              <a:t>2520030046 - Pavani</a:t>
            </a: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1690370"/>
            <a:ext cx="9336405" cy="423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837"/>
                </a:solidFill>
                <a:latin typeface="Aptos"/>
              </a:defRPr>
            </a:pPr>
            <a:endParaRPr lang="en-US" altLang="en-US" dirty="0"/>
          </a:p>
          <a:p>
            <a:pPr>
              <a:spcAft>
                <a:spcPts val="1200"/>
              </a:spcAft>
              <a:defRPr sz="1900">
                <a:solidFill>
                  <a:srgbClr val="1E2837"/>
                </a:solidFill>
                <a:latin typeface="Aptos"/>
              </a:defRPr>
            </a:pPr>
            <a:endParaRPr lang="en-US" alt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Student academic performance can be analyzed using factors such as attendance, study hours, and academic records.</a:t>
            </a:r>
            <a:endParaRPr lang="en-US" alt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Early analysis of student data helps identify academic patterns and areas that may need improvement.</a:t>
            </a:r>
            <a:endParaRPr lang="en-US" alt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The </a:t>
            </a:r>
            <a:r>
              <a:rPr lang="en-US" altLang="en-US" b="1" dirty="0"/>
              <a:t>Student Performance Prediction System</a:t>
            </a:r>
            <a:r>
              <a:rPr lang="en-US" altLang="en-US" dirty="0"/>
              <a:t> uses Machine Learning to predict student performance based on the available student data.</a:t>
            </a:r>
            <a:endParaRPr lang="en-US" alt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The system provides EDA charts to visualize academic trends and uses a web dashboard to display predictions.</a:t>
            </a:r>
            <a:endParaRPr lang="en-US" alt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It also stores prediction history in an SQLite database for future reference.</a:t>
            </a:r>
            <a:endParaRPr lang="en-US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16000" y="1193609"/>
            <a:ext cx="4937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INTRODUCTION</a:t>
            </a:r>
            <a:endParaRPr lang="en-IN" sz="20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4330" y="1710055"/>
            <a:ext cx="8555990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</a:t>
            </a:r>
            <a:endParaRPr lang="en-US" altLang="en-US" dirty="0"/>
          </a:p>
          <a:p>
            <a:pPr>
              <a:spcAft>
                <a:spcPts val="1200"/>
              </a:spcAft>
              <a:defRPr sz="1700">
                <a:solidFill>
                  <a:srgbClr val="1E2837"/>
                </a:solidFill>
                <a:latin typeface="Aptos"/>
              </a:defRPr>
            </a:pP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The </a:t>
            </a:r>
            <a:r>
              <a:rPr lang="en-US" altLang="en-US" b="1" dirty="0"/>
              <a:t>Student Performance Prediction System</a:t>
            </a:r>
            <a:r>
              <a:rPr lang="en-US" altLang="en-US" dirty="0"/>
              <a:t> is a Machine Learning-based application for analyzing and predicting student academic performance.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It uses student academic data to identify patterns and trends. Exploratory Data Analysis (EDA) visualizes CGPA distribution and the relationship between attendance, study hours, and academic performance.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A trained Machine Learning model generates predictions based on available student data.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The React.js dashboard displays predictions and EDA charts, while FastAPI handles backend requests.</a:t>
            </a:r>
            <a:r>
              <a:rPr lang="en-IN" altLang="en-US" dirty="0"/>
              <a:t> </a:t>
            </a:r>
            <a:endParaRPr lang="en-IN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SQLite stores prediction history for future reference.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The system aims to simplify academic analysis and support data-driven educational decisions.</a:t>
            </a:r>
            <a:endParaRPr lang="en-US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641840" y="1737360"/>
            <a:ext cx="219456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19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3667"/>
                </a:solidFill>
              </a:defRPr>
            </a:pPr>
            <a:r>
              <a:t>INPUT</a:t>
            </a:r>
          </a:p>
          <a:p>
            <a:pPr algn="ctr">
              <a:defRPr sz="2200" b="0">
                <a:solidFill>
                  <a:srgbClr val="0C3667"/>
                </a:solidFill>
              </a:defRPr>
            </a:pPr>
            <a:r>
              <a:t>↓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t>ML MODEL</a:t>
            </a:r>
          </a:p>
          <a:p>
            <a:pPr algn="ctr">
              <a:defRPr sz="2200" b="0">
                <a:solidFill>
                  <a:srgbClr val="0C3667"/>
                </a:solidFill>
              </a:defRPr>
            </a:pPr>
            <a:r>
              <a:t>↓</a:t>
            </a:r>
          </a:p>
          <a:p>
            <a:pPr algn="ctr">
              <a:defRPr sz="2200" b="1">
                <a:solidFill>
                  <a:srgbClr val="0C3667"/>
                </a:solidFill>
              </a:defRPr>
            </a:pPr>
            <a:r>
              <a:rPr sz="2000"/>
              <a:t>PERFORMANC</a:t>
            </a:r>
            <a:r>
              <a:rPr lang="en-IN" sz="2000"/>
              <a:t>E</a:t>
            </a:r>
            <a:endParaRPr lang="en-IN" sz="2000"/>
          </a:p>
        </p:txBody>
      </p:sp>
      <p:sp>
        <p:nvSpPr>
          <p:cNvPr id="9" name="TextBox 8"/>
          <p:cNvSpPr txBox="1"/>
          <p:nvPr/>
        </p:nvSpPr>
        <p:spPr>
          <a:xfrm>
            <a:off x="782320" y="1073630"/>
            <a:ext cx="255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ABSTRACT</a:t>
            </a:r>
            <a:endParaRPr lang="en-IN" sz="3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593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417320" y="-603505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69125"/>
            <a:ext cx="23749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837"/>
                </a:solidFill>
              </a:defRPr>
            </a:pPr>
            <a:r>
              <a:rPr dirty="0"/>
              <a:t>.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325880" y="5231382"/>
            <a:ext cx="23749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2837"/>
                </a:solidFill>
              </a:defRPr>
            </a:pPr>
            <a:r>
              <a:rPr dirty="0"/>
              <a:t>.</a:t>
            </a:r>
            <a:endParaRPr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9851"/>
            <a:ext cx="2217612" cy="1028789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85165" y="1722755"/>
            <a:ext cx="9770110" cy="40900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300" b="1"/>
              <a:t>PROBLEM STATEMENT</a:t>
            </a:r>
            <a:endParaRPr sz="2300" b="1"/>
          </a:p>
          <a:p>
            <a:pPr>
              <a:buFont typeface="Arial" panose="020B0604020202020204"/>
              <a:buChar char="•"/>
            </a:pPr>
            <a:r>
              <a:rPr lang="en-IN" sz="2000">
                <a:latin typeface="+mn-ea"/>
                <a:cs typeface="+mn-ea"/>
              </a:rPr>
              <a:t>   </a:t>
            </a:r>
            <a:r>
              <a:rPr sz="2000">
                <a:latin typeface="+mn-ea"/>
                <a:cs typeface="+mn-ea"/>
              </a:rPr>
              <a:t>Analyzing student academic performance manually can be time-consuming.</a:t>
            </a: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r>
              <a:rPr lang="en-IN" sz="2000">
                <a:latin typeface="+mn-ea"/>
                <a:cs typeface="+mn-ea"/>
              </a:rPr>
              <a:t>   </a:t>
            </a:r>
            <a:r>
              <a:rPr sz="2000">
                <a:latin typeface="+mn-ea"/>
                <a:cs typeface="+mn-ea"/>
              </a:rPr>
              <a:t>Identifying patterns in student data and understanding performance trends can be </a:t>
            </a:r>
            <a:r>
              <a:rPr lang="en-IN" sz="2000">
                <a:latin typeface="+mn-ea"/>
                <a:cs typeface="+mn-ea"/>
              </a:rPr>
              <a:t>        </a:t>
            </a:r>
            <a:r>
              <a:rPr sz="2000">
                <a:latin typeface="+mn-ea"/>
                <a:cs typeface="+mn-ea"/>
              </a:rPr>
              <a:t>challenging.</a:t>
            </a: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r>
              <a:rPr lang="en-IN" sz="2000">
                <a:latin typeface="+mn-ea"/>
                <a:cs typeface="+mn-ea"/>
              </a:rPr>
              <a:t>   </a:t>
            </a:r>
            <a:r>
              <a:rPr sz="2000">
                <a:latin typeface="+mn-ea"/>
                <a:cs typeface="+mn-ea"/>
              </a:rPr>
              <a:t>There is a need to analyze factors such as attendance, study hours, and CGPA.</a:t>
            </a: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r>
              <a:rPr lang="en-IN" sz="2000">
                <a:latin typeface="+mn-ea"/>
                <a:cs typeface="+mn-ea"/>
              </a:rPr>
              <a:t>   </a:t>
            </a:r>
            <a:r>
              <a:rPr sz="2000">
                <a:latin typeface="+mn-ea"/>
                <a:cs typeface="+mn-ea"/>
              </a:rPr>
              <a:t>Traditional analysis may not provide quick, data-driven performance predictions.</a:t>
            </a: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+mn-ea"/>
              <a:cs typeface="+mn-ea"/>
            </a:endParaRPr>
          </a:p>
          <a:p>
            <a:pPr>
              <a:buFont typeface="Arial" panose="020B0604020202020204"/>
              <a:buChar char="•"/>
            </a:pPr>
            <a:r>
              <a:rPr lang="en-IN" sz="2000">
                <a:latin typeface="+mn-ea"/>
                <a:cs typeface="+mn-ea"/>
              </a:rPr>
              <a:t>   </a:t>
            </a:r>
            <a:r>
              <a:rPr sz="2000">
                <a:latin typeface="+mn-ea"/>
                <a:cs typeface="+mn-ea"/>
              </a:rPr>
              <a:t>Therefore, a Machine Learning-based system is needed to predict student performance, visualize academic trends, and maintain prediction history.</a:t>
            </a:r>
            <a:endParaRPr sz="2000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63880" y="2053600"/>
            <a:ext cx="1069848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Develop a Machine Learning-based system to predict student academic performance using available student data.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Perform Exploratory Data Analysis (EDA) to identify academic patterns and trends.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Use a trained ML model to generate predictions from student inputs.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Develop an interactive React.js dashboard to display predictions and visualizations.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Use FastAPI to process requests and connect the frontend with the ML model.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Integrate SQLite to store and retrieve prediction history.</a:t>
            </a:r>
            <a:endParaRPr lang="en-US" alt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650">
                <a:solidFill>
                  <a:srgbClr val="1E2837"/>
                </a:solidFill>
                <a:latin typeface="Aptos"/>
              </a:defRPr>
            </a:pPr>
            <a:r>
              <a:rPr lang="en-US" altLang="en-US" dirty="0"/>
              <a:t> Provide useful academic insights to support data-driven decision-making.</a:t>
            </a:r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1212949"/>
            <a:ext cx="2956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Solution</a:t>
            </a:r>
            <a:endParaRPr lang="en-IN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445" y="278765"/>
            <a:ext cx="11015345" cy="6240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38680" y="1493520"/>
            <a:ext cx="8138160" cy="3630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 Developed a Machine Learning-based system to predict student academic performance.</a:t>
            </a:r>
            <a:endParaRPr lang="en-US" alt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Used EDA to analyze student data and visualize academic trends.</a:t>
            </a:r>
            <a:endParaRPr lang="en-US" alt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Integrated a React.js dashboard with a FastAPI backend.</a:t>
            </a:r>
            <a:endParaRPr lang="en-US" alt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Used SQLite to store and retrieve prediction history.</a:t>
            </a:r>
            <a:endParaRPr lang="en-US" alt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The system simplifies academic data analysis and supports data-driven educational decisions.</a:t>
            </a:r>
            <a:endParaRPr lang="en-US" altLang="en-US" sz="20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US" altLang="en-US" sz="2000" dirty="0"/>
              <a:t> Future improvements can include model optimization and personalized recommendations for students.</a:t>
            </a:r>
            <a:endParaRPr lang="en-US" alt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2480" y="609886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conclusion</a:t>
            </a:r>
            <a:endParaRPr lang="en-IN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C3667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8880" y="3337560"/>
            <a:ext cx="468376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95BA0"/>
                </a:solidFill>
              </a:defRPr>
            </a:pPr>
            <a:r>
              <a:t>Student Performance Prediction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519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1E2837"/>
                </a:solidFill>
              </a:defRPr>
            </a:pPr>
            <a:r>
              <a:t>Machine Learning Project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2983</Words>
  <Application>WPS Presentation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Sai Pavani Garlapati</cp:lastModifiedBy>
  <cp:revision>4</cp:revision>
  <cp:lastPrinted>2026-09-25T12:23:00Z</cp:lastPrinted>
  <dcterms:created xsi:type="dcterms:W3CDTF">2013-01-27T09:14:00Z</dcterms:created>
  <dcterms:modified xsi:type="dcterms:W3CDTF">2026-10-13T06:51:06Z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BFC9296D827448978484EAEF2535C7E3_13</vt:lpwstr>
  </property>
</Properties>
</file>